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7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mention the new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</a:t>
            </a:r>
          </a:p>
          <a:p>
            <a:pPr lvl="1"/>
            <a:r>
              <a:t>Costs fell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and picture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4" name="Picture 3" descr="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71600"/>
            <a:ext cx="27432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