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北部</c:v>
                </c:pt>
                <c:pt idx="1">
                  <c:v>中部</c:v>
                </c:pt>
                <c:pt idx="2">
                  <c:v>南部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</c:v>
                </c:pt>
                <c:pt idx="1">
                  <c:v>700</c:v>
                </c:pt>
                <c:pt idx="2">
                  <c:v>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北部</c:v>
                </c:pt>
                <c:pt idx="1">
                  <c:v>中部</c:v>
                </c:pt>
                <c:pt idx="2">
                  <c:v>南部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1200</c:v>
                </c:pt>
                <c:pt idx="1">
                  <c:v>800</c:v>
                </c:pt>
                <c:pt idx="2">
                  <c:v>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第一季營收報告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report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北部營收最高</a:t>
            </a:r>
          </a:p>
          <a:p>
            <a:pPr lvl="1"/>
            <a:r>
              <a:t>年增 12%</a:t>
            </a:r>
          </a:p>
          <a:p>
            <a:r>
              <a:t>三區合計 3,000 萬元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自由排版 </a:t>
            </a:r>
            <a:r>
              <a:rPr sz="3200" i="1">
                <a:solidFill>
                  <a:srgbClr val="C0392B"/>
                </a:solidFill>
              </a:rPr>
              <a:t>italic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743200" cy="12801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圓角卡片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57600" y="1920240"/>
            <a:ext cx="109728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1645920"/>
            <a:ext cx="1280160" cy="1280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3200400"/>
            <a:ext cx="7863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4747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區域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營收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占比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北部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南部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474720"/>
            <a:ext cx="2194560" cy="164592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40080" y="5303520"/>
            <a:ext cx="914400" cy="548640"/>
            <a:chOff x="640080" y="5303520"/>
            <a:chExt cx="914400" cy="548640"/>
          </a:xfrm>
        </p:grpSpPr>
        <p:sp>
          <p:nvSpPr>
            <p:cNvPr id="10" name="Rectangle 9"/>
            <p:cNvSpPr/>
            <p:nvPr/>
          </p:nvSpPr>
          <p:spPr>
            <a:xfrm>
              <a:off x="640080" y="5303520"/>
              <a:ext cx="91440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圖表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4572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846320" y="1463040"/>
          <a:ext cx="40233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